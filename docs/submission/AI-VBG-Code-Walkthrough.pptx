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Book Generator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source-code deep dive: FastAPI, the LLM layout engine, and Angular rendering.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Agrawal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github.com/Aman007Agg/ai-powered-visual-book-generator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818120" y="1463040"/>
            <a:ext cx="3794760" cy="40233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pic>
        <p:nvPicPr>
          <p:cNvPr id="7" name="Image 0" descr="/tmp/deck/shots/05-AI-VBG-Layout-Preview-Sel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517904"/>
            <a:ext cx="3703320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I'LL WALK 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19656"/>
            <a:ext cx="457200" cy="457200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37944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423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codebase is organised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819656"/>
            <a:ext cx="457200" cy="457200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66360" y="1837944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choices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1144" y="2423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· FastAPI · OpenAI — and why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819656"/>
            <a:ext cx="457200" cy="457200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69680" y="1837944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84464" y="2423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the LLM returns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3739896"/>
            <a:ext cx="457200" cy="457200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3758184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7824" y="4343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app, endpoint, schemas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52044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3739896"/>
            <a:ext cx="457200" cy="457200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66360" y="3758184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81144" y="4343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OpenAI service = why it's AI-powered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520440"/>
            <a:ext cx="3538728" cy="1737360"/>
          </a:xfrm>
          <a:prstGeom prst="roundRect">
            <a:avLst>
              <a:gd name="adj" fmla="val 4211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66176" y="3739896"/>
            <a:ext cx="457200" cy="457200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31" name="Text 29"/>
          <p:cNvSpPr/>
          <p:nvPr/>
        </p:nvSpPr>
        <p:spPr>
          <a:xfrm>
            <a:off x="8266176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69680" y="3758184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84464" y="4343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state, models, the layout renderer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ai-powered-visual-book-generator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 backend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app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 api/        FastAPI routers (health, layout)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 core/       exceptions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 prompts/    system + user prompt builders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 schemas/    Pydantic request/response models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 services/   OpenAI service (orchestration + errors)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\-- main.py     app + CORS + router registration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tests/          pytest (schemas, prompt, endpoint)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\-- requirements.txt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 frontend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\-- src/app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|-- core/services/  http (ApiService) + state (BookState)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|-- features/       routed screens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\-- shared/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   |-- components/renderers/  LayoutRenderer + Hero/Split/Magazine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   |-- models/     typed contracts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   |-- pipes/      ImageRefPipe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   \-- utils/      groupSections()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\-- docs / README.md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separation: backend (AI + API) vs frontend (UI + rendering).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Feature-first Angular structure; shared renderers, models, pipes, utils.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split by responsibility: api, schemas, prompts, services.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&amp; RATIONALE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3081528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47672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743200"/>
            <a:ext cx="2953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component-driven SPA. Signals give simple, leak-free reactive state; owns all rendering.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947672"/>
            <a:ext cx="3081528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947672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36008" y="2743200"/>
            <a:ext cx="2953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high-performance API. Pydantic validation makes the AI I/O a typed, safe contract.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47672"/>
            <a:ext cx="3081528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947672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39328" y="2743200"/>
            <a:ext cx="2953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reasoning + JSON-object output we can validate and render deterministically.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LLM Returns (the contract)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"page_summary": "Short summary of the page",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"layout_options": [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 "layout_1",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"layout_type": "hero",        // hero | split | magazine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"layout_name": "Hero Image",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 "Large hero image followed by text.",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"confidence": 95,             // model self-rated 0-100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"sections": [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"type": "title",     "text": "Artificial Intelligence" },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"type": "image",     "image_reference": 0 },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"type": "paragraph", "text": "AI enables machines..." }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"id": "layout_2", "layout_type": "split", "sections": [ ... ] }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outputs SEMANTICS as JSON — never HTML/CSS.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maps this JSON to a visual layout.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clean contract = security, determinism, testability.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FASTAPI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Setup (main.py)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title="AI Powered Visual Book Generator API",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version="1.0.0",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Allow the Angular app (localhost:4200) to call this API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app.add_middleware(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CORSMiddleware,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allow_origins=["http://localhost:4200"],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allow_credentials=True,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allow_methods=["*"],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allow_headers=["*"],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app.include_router(health_router)   # GET /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app.include_router(layout_router)   # POST /api/layout/generate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is the bridge between Angular and OpenAI.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lets the browser call the API cross-origin.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register the endpoints; app stays stateless.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FASTAPI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 (api/layout.py)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= APIRouter(prefix="/api/layout", tags=["Layout"])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@router.post("/generate")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generate_layout(request: GenerateLayoutRequest):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FastAPI has ALREADY validated `request` against the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Pydantic schema before this line runs.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OpenAIService.generate_layout(request)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router: it only receives a validated request and delegates.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 = automatic request validation (422 on bad input).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logic lives in OpenAIService — easy to test.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FASTAPI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Contracts (Pydantic)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GenerateLayoutRequest(BaseModel):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 | None = None            # optional context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objective: str | None = None        # optional context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page_text: str = Field(..., min_length=1)   # required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images: list[PageImage] = Field(default_factory=list)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LayoutSection(BaseModel):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SectionType                   # title | paragraph | image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text: str | None = None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image_reference: int | None = Field(default=None, ge=0)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LayoutOption(BaseModel):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str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layout_type: str                    # hero | split | magazine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layout_name: str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str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confidence: int = Field(ge=0, le=100)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sections: list[LayoutSection]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GenerateLayoutResponse(BaseModel):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page_summary: str</a:t>
            </a:r>
            <a:endParaRPr lang="en-US" sz="9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layout_options: list[LayoutOption]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 validates the request; one validates the AI response.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(min_length, ge/le) reject bad data automatically.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safety net around a non-deterministic model.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THE AI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= the AI's Instructions (abridged)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= """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expert editorial designer specializing in book layouts.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EXACTLY TWO different layout recommendations.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task is NOT to generate HTML, CSS, or coordinates.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 ONLY: which layout, section order, which image per section.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"layout_type" MUST be one of: "hero", "split", "magazine".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The TWO options MUST use TWO DIFFERENT layout_type values.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"confidence" is an integer 0-100.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"image_reference" is 0-based and &lt; number of images.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ONLY valid JSON (no markdown, no explanations).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role, goal, hard constraints, output schema.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two DIFFERENT layouts so the choice is meaningful.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forbids HTML/CSS — the model only reasons.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THE AI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User Prompt (build_user_prompt)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build_user_prompt(title, objective, page_text,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image_count) -&gt; str: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f"""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Title:      {title or "Not Provided"}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Objective:  {objective or "Not Provided"}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 Images: {image_count}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Content: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{page_text}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EXACTLY TWO layout options using two DIFFERENT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layout_type values. Never use an image_reference &gt;= {image_count}.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this page's real content + context into the prompt.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image COUNT (vision is scoped for the MVP).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the key constraints right next to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THE AI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LLM Works (openai_service.py)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model=MODEL_NAME,                       # gpt-4.1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response_format={"type": "json_object"},  # force JSON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"system", "content": SYSTEM_PROMPT},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"user",   "content": user_prompt},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temperature=0.5,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json.loads(response.choices[0].message.content)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validated = GenerateLayoutResponse.model_validate(data)  # Pydantic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validated.model_dump()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except AuthenticationError -&gt; 401, RateLimitError -&gt; 429,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BadRequestError(context) -&gt; 400, others -&gt; 500 (typed errors)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AI: GPT reasons about the page and returns a layout.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json_object mode + Pydantic = safe, structured output.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error mapping turns OpenAI failures into clean HTTP codes.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COMMUNICATION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API (ApiService)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@Injectable({ providedIn: 'root' })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ApiService {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http = inject(HttpClient);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apiUrl = environment.apiBaseUrl + '/layout/generate';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generateLayouts(req: GenerateLayoutRequest)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: Observable&lt;GenerateLayoutResponse&gt; {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this.http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.post&lt;GenerateLayoutResponse&gt;(this.apiUrl, req)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.pipe(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retry({ count: 1, delay: 1000 }),   // transient failures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catchError(err =&gt; throwError(() =&gt; err)),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);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place Angular talks to the backend (typed HttpClient).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is used here — the natural fit for an async HTTP call.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once before surfacing an error to the UI.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(BookStateService)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@Injectable({ providedIn: 'root' })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BookStateService {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_pages = signal&lt;BookPage[]&gt;([]);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_draftResponse =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signal&lt;GenerateLayoutResponse | undefined&gt;(undefined);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readonly pages = this._pages.asReadonly();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readonly pageCount = computed(() =&gt; this._pages().length);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commitCurrentPage(selectedLayoutId: string): void {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this._draftResponse();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layout = res?.layout_options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.find(o =&gt; o.id === selectedLayoutId);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(!res || !layout) return;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this._pages.update(p =&gt; [...p, {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pageNumber: p.length + 1,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selectedLayout: layout,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/* + pageText, images, pageSummary */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}]);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store: reactive, glitch-free, zoneless-friendly.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commitCurrentPage() turns the chosen option into a book page.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writable signals; public read-only — safe encapsulation.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Models Angular Consumes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type SectionType = 'title' | 'paragraph' | 'image';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LayoutSection {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SectionType;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text?: string;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image_reference?: number;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LayoutOption {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string;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layout_type: string;      // hero | split | magazine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layout_name: string;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description: string;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confidence: number;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sections: LayoutSection[];</a:t>
            </a:r>
            <a:endParaRPr lang="en-US" sz="105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mirrors the backend JSON contract as TypeScript types.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typing catches mistakes at compile time.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end-to-end: Pydantic &lt;-&gt; TypeScript interfaces.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RENDERING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Angular Renders the Layout (LayoutRenderer)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layout-renderer.ts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LayoutRenderer {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readonly layout = input.required&lt;LayoutOption&gt;();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readonly images = input&lt;PageImage[]&gt;([]);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readonly layoutType = computed(() =&gt;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(this.layout().layout_type ?? '').toLowerCase().trim());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layout-renderer.html  (Strategy pattern via @switch)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@switch (layoutType()) {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@case ('split')    { &lt;app-split-layout .../&gt; }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@case ('magazine') { &lt;app-magazine-layout .../&gt; }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@default           { &lt;app-hero-layout .../&gt; }  // + fallback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layout_type and picks a component at runtime (Strategy).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layout = new component + one branch (open/closed).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type falls back to Hero — the UI never breaks.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RENDERING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-&gt; Pixels: helpers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132320" cy="4754880"/>
          </a:xfrm>
          <a:prstGeom prst="roundRect">
            <a:avLst>
              <a:gd name="adj" fmla="val 962"/>
            </a:avLst>
          </a:prstGeom>
          <a:solidFill>
            <a:srgbClr val="0E1630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6812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section-grouping.ts (simplified)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groupSections(sections) {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g = { title:'', paragraphs:[], imageRefs:[] };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s of sections ?? []) {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(s.type==='title'     &amp;&amp; s.text) g.title ||= s.text;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(s.type==='paragraph' &amp;&amp; s.text) g.paragraphs.push(s.text);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(s.type==='image' &amp;&amp; s.image_reference!=null)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g.imageRefs.push(s.image_reference);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g;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image-ref.pipe.ts — resolve index -&gt; base64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transform(ref, images) {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(ref==null || !images) ? '' : images[ref]?.base64 ?? '';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863840" y="1325880"/>
            <a:ext cx="3767328" cy="4754880"/>
          </a:xfrm>
          <a:prstGeom prst="roundRect">
            <a:avLst>
              <a:gd name="adj" fmla="val 1942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1517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975104"/>
            <a:ext cx="331012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layout groups sections by role, then arranges them its own way.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 maps the AI's image_reference index to the real image.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HeroLayout/Split/Magazine reuse these — DRY + testable.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Solved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64792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options looked identical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148840"/>
            <a:ext cx="497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ignored layout_type -&gt; built a Strategy renderer + prompt forces two different types.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1764792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preview lagged one click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97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Zoneless change detection missed the async FileReader -&gt; moved to Signals.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44952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3209544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image cropped / gaps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3593592"/>
            <a:ext cx="497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object-fit (cover vs contain) + sized images to their aspect.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3044952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5392" y="3209544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-&gt; full book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65392" y="3593592"/>
            <a:ext cx="497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 Signals BookStateService (Book / BookPage model).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654296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LLM 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038344"/>
            <a:ext cx="497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json_object + Pydantic validation; bad output fails, never reaches UI.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489704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5392" y="4654296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'Vision' not wired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65392" y="5038344"/>
            <a:ext cx="497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in QA; scoped + documented with a one-line upgrade path.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in One 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sends text + images  -&gt;  FastAPI validates &amp; prompts  -&gt;  OpenAI returns JSON  -&gt;  Pydantic validates  -&gt;  Angular renders the chosen layout.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an AI-powered book generator: the layout decisions themselves are made by the LLM reasoning over each page — not by fixed templates.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8920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892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Agrawal 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github.com/Aman007Agg/ai-powered-visual-book-generator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Walkthrough — AI-Powered Visual Book Generator</dc:title>
  <dc:subject>PptxGenJS Presentation</dc:subject>
  <dc:creator>Aman Agrawal</dc:creator>
  <cp:lastModifiedBy>Aman Agrawal</cp:lastModifiedBy>
  <cp:revision>1</cp:revision>
  <dcterms:created xsi:type="dcterms:W3CDTF">2026-07-16T01:08:47Z</dcterms:created>
  <dcterms:modified xsi:type="dcterms:W3CDTF">2026-07-16T01:08:47Z</dcterms:modified>
</cp:coreProperties>
</file>