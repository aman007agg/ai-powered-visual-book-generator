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my name is Aman Agrawal. I have around 11+ years of software engineering experience and an M.Tech in AI and ML from IIT Jodhpur. Today I'll demonstrate my solution for the EY GenAI assignment: the AI-Powered Visual Book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teams create content-heavy documents needing significant manual effort to become appealing layouts. Designers iterate many times. This project automates the first draft with LLMs, reducing effort while keeping context-aware layout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from the PRD: a browser-based app that accepts book context, page text and images; the AI generates two layout options per page; the user selects one; and we continue page by page until the complete book draft is assembled.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flow: Angular to FastAPI to OpenAI, which returns JSON, which Angular renders. The key decision: the LLM returns structured JSON only — never HTML or CSS. Angular owns presentation. That gives security, determinism, testability and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for a modern component-based SPA with strong typing and Signals. FastAPI for a high-performance async API with Pydantic validation — ideal for a typed AI contract. OpenAI for strong reasoning and structured JSON output; it's vision-capable, which is on our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flows from the user, through backend validation, prompt construction, GPT layout reasoning, into structured JSON, and finally Angular rendering. The AI only reasons about layout; Angular handles presentation — a clean separation of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Walk: New Book, add details, add a page, upload images, generate, show the two distinct options, select one, add another page, then finish to the complete book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defend each: page-level processing for context limits; JSON output for safety and determinism; FastAPI for async + validation; Angular for a typed reactive UI; no DB and no drag-drop because both are explicit PRD non-goals for the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natural-language layout editing, themes and templates, persistent storage, multi-user collaboration, PDF export, cross-page style consistency, and batch processing — several straight from the PRD's future enhancements.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thank you for your time; I appreciate the opportunity and I'm happy to discuss any architectural decision or implementation detail.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GENAI ENGINEERING ASSIGNMENT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Book Generator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685800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657600"/>
            <a:ext cx="1005840" cy="100584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8840" y="3657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Agrawal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~11+ years in software engineering  ·  M.Tech in AI &amp; ML, IIT Jodhpur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aman.agrawal@telus.com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linkedin.com/in/aman-agrawal007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github.com/Aman007Agg/ai-powered-visual-book-generator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08976" y="1408176"/>
            <a:ext cx="3858768" cy="4133088"/>
          </a:xfrm>
          <a:prstGeom prst="roundRect">
            <a:avLst>
              <a:gd name="adj" fmla="val 1422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pic>
        <p:nvPicPr>
          <p:cNvPr id="10" name="Image 0" descr="/tmp/deck/shots/07-AI-VBG-Finish-B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1463040"/>
            <a:ext cx="37490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4206240"/>
          </a:xfrm>
          <a:prstGeom prst="roundRect">
            <a:avLst>
              <a:gd name="adj" fmla="val 195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and content teams create content-heavy documents that take significant manual effort to turn into visually appealing layouts.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spend considerable time arranging text and images and iterate many times before producing a polished document.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automate the first-draft generation using Large Language Models — cutting manual effort while keeping layout recommendations context-aware.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FBEEE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26680" y="237744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manual effort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design iterations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designer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up to ~500 pages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196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" y="22585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— no install.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196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78308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book context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2856" y="22585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title and objective guide the AI.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196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23960" y="178308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page content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66176" y="2258568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 text input.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044952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26440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2278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images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9536" y="370332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one or more images per page.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044952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326440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32278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layout options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62856" y="370332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two intelligent options per page.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044952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26440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23960" y="3227832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66176" y="370332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picks the preferred layout.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489704"/>
            <a:ext cx="3538728" cy="1298448"/>
          </a:xfrm>
          <a:prstGeom prst="roundRect">
            <a:avLst>
              <a:gd name="adj" fmla="val 6338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9536" y="4709160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17320" y="4672584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draft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59536" y="5148072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page by page to a full book draft.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4963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state · rendering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8608" y="178308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62072" y="178308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53512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4963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prompt · errors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178308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75504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792" y="24963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reasoning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22592" y="178308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06056" y="178308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97496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15784" y="24963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contract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44584" y="1783080"/>
            <a:ext cx="310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28048" y="178308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19488" y="1984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37776" y="249631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/ Split / Magazine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10927080" cy="210312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LLM never generates HTML or CSS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layout SEMANTICS as JSON; Angular owns PRESENTATION. That separation means: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markup from the model = no XSS/injection surface · deterministic, testable rendering · restyling costs no AI call · the same JSON could later drive PDF/print.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&amp;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898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SPA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TypeScript support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+ zoneless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898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performance, async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REST APIs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request/response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3081528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47672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2898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Vision-capable (roadmap)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FITS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5588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127558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13432" y="196596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6100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1" name="Text 9"/>
          <p:cNvSpPr/>
          <p:nvPr/>
        </p:nvSpPr>
        <p:spPr>
          <a:xfrm>
            <a:off x="30861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23744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23944" y="196596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61104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6612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66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34256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71616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7124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707124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44768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layout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44968" y="196596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882128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17636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851763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55280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55480" y="196596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92640" y="196596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28148" y="1755648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1032814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65792" y="22585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069080"/>
            <a:ext cx="10927080" cy="1463040"/>
          </a:xfrm>
          <a:prstGeom prst="roundRect">
            <a:avLst>
              <a:gd name="adj" fmla="val 5625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343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focuses only on reasoning and layout decisions; Angular is solely responsible for presentation. The result is safe, predictable, and easy to test.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591056"/>
            <a:ext cx="3721608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pic>
        <p:nvPicPr>
          <p:cNvPr id="5" name="Image 0" descr="/tmp/deck/shots/03-AI-VBG-Page-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361188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07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content + images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16552" y="1591056"/>
            <a:ext cx="3721608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pic>
        <p:nvPicPr>
          <p:cNvPr id="8" name="Image 1" descr="/tmp/deck/shots/05-AI-VBG-Layout-Preview-Sel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71416" y="1645920"/>
            <a:ext cx="3611880" cy="2651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1416" y="4407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layout options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47888" y="1591056"/>
            <a:ext cx="3721608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pic>
        <p:nvPicPr>
          <p:cNvPr id="11" name="Image 2" descr="/tmp/deck/shots/07-AI-VBG-Finish-Boo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2752" y="1645920"/>
            <a:ext cx="3611880" cy="2651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02752" y="4407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book draft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 → book details → add page → upload image → generate layout → two options → select → continue → final book.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CHOICES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19656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processing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each request within LLM context limits (~500-page books).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819656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99432" y="2496312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Validate-able, safe, deterministic — no free-form parsing.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819656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02752" y="2496312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high-performance, first-class Pydantic validation.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3931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8587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53542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component-driven SPA with Signals for clean state.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3931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9432" y="38587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(MVP)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99432" y="453542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non-goal; state is in-memory for a client-side prototype.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63931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38587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drag-and-drop (MVP)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02752" y="453542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non-goal; focus on AI layout intelligence first.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0233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1109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44144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editing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93008" y="169164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191109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0" name="Text 8"/>
          <p:cNvSpPr/>
          <p:nvPr/>
        </p:nvSpPr>
        <p:spPr>
          <a:xfrm>
            <a:off x="3712464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12464" y="244144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45936" y="169164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65392" y="191109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244144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98864" y="169164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0" y="191109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0" y="244144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36484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" y="41788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493008" y="342900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36484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12464" y="41788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consistency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45936" y="342900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65392" y="36484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1788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198864" y="3429000"/>
            <a:ext cx="2688336" cy="1554480"/>
          </a:xfrm>
          <a:prstGeom prst="roundRect">
            <a:avLst>
              <a:gd name="adj" fmla="val 5294"/>
            </a:avLst>
          </a:prstGeom>
          <a:solidFill>
            <a:srgbClr val="F1F5FC"/>
          </a:solidFill>
          <a:ln/>
          <a:effectLst>
            <a:outerShdw sx="100000" sy="100000" kx="0" ky="0" algn="bl" rotWithShape="0" blurRad="88900" dist="25400" dir="5400000">
              <a:srgbClr val="9AA8C7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18320" y="3648456"/>
            <a:ext cx="420624" cy="420624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34" name="Text 32"/>
          <p:cNvSpPr/>
          <p:nvPr/>
        </p:nvSpPr>
        <p:spPr>
          <a:xfrm>
            <a:off x="941832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18320" y="41788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 I appreciate the opportunity to work on this assignment and I'm happy to discuss any architectural decision or implementation detail.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448056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4754880"/>
            <a:ext cx="914400" cy="914400"/>
          </a:xfrm>
          <a:prstGeom prst="ellipse">
            <a:avLst/>
          </a:prstGeom>
          <a:solidFill>
            <a:srgbClr val="2FA8E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754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47091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Agrawal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aman.agrawal@telus.com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linkedin.com/in/aman-agrawal007   ·   github.com/Aman007Agg/ai-powered-visual-book-generator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Visual Book Generator</dc:title>
  <dc:subject>PptxGenJS Presentation</dc:subject>
  <dc:creator>Aman Agrawal</dc:creator>
  <cp:lastModifiedBy>Aman Agrawal</cp:lastModifiedBy>
  <cp:revision>1</cp:revision>
  <dcterms:created xsi:type="dcterms:W3CDTF">2026-07-15T08:15:37Z</dcterms:created>
  <dcterms:modified xsi:type="dcterms:W3CDTF">2026-07-15T08:15:37Z</dcterms:modified>
</cp:coreProperties>
</file>